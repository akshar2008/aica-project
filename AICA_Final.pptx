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Based Tourist Destination Expert System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Prolog expert system that recommends destinations by budget, travel type and season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 D Patel, Purva Patel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12502120601005, 26D2DAI017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Concepts and Application (AICA)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code: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102120301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3AI1      Batch: 1A12, 1D12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tourist destinations that fit a traveller's budget, travel type and number of days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searching with logical, explainable reasoning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expert system?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1732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stored as facts and IF-THEN rules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 derives recommendations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why a place was suggested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 with new destinations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SWI-Prolog  |  Concepts: Predicate logic, Unification, Backward reasoning, Backtracking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of Project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822960" cy="14630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188720"/>
            <a:ext cx="82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1737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facts: name, type, cost per day, best season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188720"/>
            <a:ext cx="822960" cy="14630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188720"/>
            <a:ext cx="82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737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budget, type and season matching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822960" cy="14630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834640"/>
            <a:ext cx="82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&amp; Query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383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 with backtracking to list all matches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023360" cy="146304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834640"/>
            <a:ext cx="822960" cy="14630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2834640"/>
            <a:ext cx="822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383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menu to enter budget, days and preference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Knowledge Base &amp; Rules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303520" cy="365760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09728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destination(manali, hills, low).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destination(munnar, hills, low).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destination(goa, beach, mid).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destination(gokarna, beach, mid).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destination(jaipur, heritage, high).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destination(udaipur, heritage, high).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flood_prone(goa).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category(B, low) :- B &lt; 10000.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category(B, mid) :- B &gt;= 10000, B =&lt; 25000.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category(B, high) :- B &gt; 25000.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recommend(Budget, Type, Place) :-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category(Budget, Cat),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destination(Place, Type, Cat).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recommend(Budget, Type, monsoon, Place) :-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recommend(Budget, Type, Place),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\+ flood_prone(Place).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18872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store destination, type and budget category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category/2 converts budget into low / mid / high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recommend/3 applies rules R1–R3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recommend/4 applies R4: avoid flood-prone places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Rules &amp; Working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84048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(conditions)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(recommend)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&lt; 10,000 AND Type = Hills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 budget hill stations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10,000–25,000 AND Type = Beach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 mid-range beach spots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&gt; 25,000 AND Type = Heritage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 premium heritage trips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 = Monsoon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flood-prone destinations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 </a:t>
            </a:r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 →  Match rules  →  Filter by budget  →  Rank  →  Display + explain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1: Low Budget, Hills (Rule R1)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/home/claude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005840"/>
            <a:ext cx="5852160" cy="2724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recommend(8000, hills, P): budget 8000 is below 10,000, so category/2 gives "low" (R1). Prolog then finds hills destinations in the low category and returns manali; backtracking gives munnar.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2: Mid Budget, Beach (Rule R2)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7" name="Image 0" descr="/home/claude/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005840"/>
            <a:ext cx="5852160" cy="2724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recommend(15000, beach, P): 15000 lies between 10,000 and 25,000, so the category is "mid" (R2). Matching beach places are goa and gokarna, shown one by one through backtracking.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3: High Budget, Heritage (Rule R3)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/home/claude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005840"/>
            <a:ext cx="5852160" cy="2724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recommend(30000, heritage, P): 30000 is above 25,000, so the category is "high" (R3). The system returns the premium heritage destinations jaipur and udaipur.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4: Monsoon Season Rule (Rule R4)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/home/claude/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005840"/>
            <a:ext cx="5852160" cy="2724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recommend(15000, beach, monsoon, P): the normal rule gives goa and gokarna, but goa is a flood-prone fact, so \+ flood_prone(Place) removes it. Only gokarna is recommended.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system recommends destinations using facts, rules and logical inference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days and travel type are combined to filter suitable places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unification and backtracking give all possible answers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add more cities, hotels, fuzzy logic for preferences, and a GUI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https://github.com/&lt;username&gt;/&lt;repository&gt;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First Search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201168"/>
            <a:ext cx="2743200" cy="420624"/>
          </a:xfrm>
          <a:prstGeom prst="roundRect">
            <a:avLst>
              <a:gd name="adj" fmla="val 2173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2011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First Search (BFS) is an uninformed search technique that explores a tree or graph level by level. It visits all nodes at the current depth before moving to the next depth, and uses a queue (FIFO) to remember which node to visit next.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461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for finite branching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shortest path (unweighted)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space: O(b^d)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384048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6002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start (root) node in the queue.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front node from the queue and visit it.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its unvisited neighbours to the back of the queue.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 and 3 until the goal is found or the queue is empty.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First Search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201168"/>
            <a:ext cx="2743200" cy="420624"/>
          </a:xfrm>
          <a:prstGeom prst="roundRect">
            <a:avLst>
              <a:gd name="adj" fmla="val 2173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2011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300" dirty="0"/>
          </a:p>
        </p:txBody>
      </p:sp>
      <p:pic>
        <p:nvPicPr>
          <p:cNvPr id="9" name="Image 0" descr="/home/claude/tre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206240" cy="273795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93776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traversal step by step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9728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visited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after adding neighbors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D, 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D, E, F, 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E, F, 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F, 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traversal order:  </a:t>
            </a:r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→ C → D → E → F → G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First Search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| 3AI1 | Budget Based Tourist Destination Expert System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201168"/>
            <a:ext cx="2743200" cy="420624"/>
          </a:xfrm>
          <a:prstGeom prst="roundRect">
            <a:avLst>
              <a:gd name="adj" fmla="val 2173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2011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that BFS visits A first, then its children B and C, and finally the next level D, E, F, and 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023360" cy="265176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4023360" cy="4572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5146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and implement.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for finite branching graphs.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shortest path in an unweighted graph.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828800"/>
            <a:ext cx="4023360" cy="265176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828800"/>
            <a:ext cx="402336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5146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more memory because it stores nodes in a queue.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slow for very large search spaces.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2026-10-21T11:37:11Z</dcterms:created>
  <dcterms:modified xsi:type="dcterms:W3CDTF">2026-10-21T11:37:11Z</dcterms:modified>
</cp:coreProperties>
</file>